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8" r:id="rId19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320040" cy="21945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AWS Monitor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</a:rPr>
              <a:t>Guía de Desarrollo · Documentación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CC"/>
                </a:solidFill>
              </a:rPr>
              <a:t>Arquitectura · Despliegue · Seguridad · Tests · Operaciones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973836" cy="347472"/>
          </a:xfrm>
          <a:prstGeom prst="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776472"/>
            <a:ext cx="8366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us-east-1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8507" y="3749039"/>
            <a:ext cx="1517904" cy="347472"/>
          </a:xfrm>
          <a:prstGeom prst="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8236" y="3776472"/>
            <a:ext cx="1380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Claude Haiku 4.5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1004" y="3749039"/>
            <a:ext cx="1129284" cy="347472"/>
          </a:xfrm>
          <a:prstGeom prst="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0732" y="3776472"/>
            <a:ext cx="9921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AWS Bedrock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749039"/>
            <a:ext cx="740664" cy="347472"/>
          </a:xfrm>
          <a:prstGeom prst="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3776472"/>
            <a:ext cx="603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CDK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0136" y="3749039"/>
            <a:ext cx="1129284" cy="347472"/>
          </a:xfrm>
          <a:prstGeom prst="rect">
            <a:avLst/>
          </a:prstGeom>
          <a:solidFill>
            <a:srgbClr val="2D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9864" y="3776472"/>
            <a:ext cx="9921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Python 3.12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7AA8"/>
                </a:solidFill>
              </a:rPr>
              <a:t>3htp · asilveira@3htp.com · Cuenta AWS: 369595298303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Descripción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Agente conversacional de monitoreo AWS para infraestructura de 3htp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64008" cy="50749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1A1A2E"/>
                </a:solidFill>
              </a:rPr>
              <a:t>Agente conversacional que monitorea la salud de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infraestructura AWS en us-east-1.</a:t>
            </a:r>
          </a:p>
          <a:p>
            <a:pPr algn="l"/>
            <a:r>
              <a:rPr sz="800" b="0" i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El usuario escribe en lenguaje natural y el agente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>consulta los recursos AWS en tiempo real.</a:t>
            </a:r>
          </a:p>
          <a:p>
            <a:pPr algn="l"/>
            <a:r>
              <a:rPr sz="800" b="0" i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E2761"/>
                </a:solidFill>
              </a:rPr>
              <a:t>Recursos monitoreados: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 xml:space="preserve">  • EC2 — estado de instancias y salud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 xml:space="preserve">  • Lambda — invocaciones, errores, duración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 xml:space="preserve">  • CloudWatch — alarmas activas y métricas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 xml:space="preserve">  • Logs Insights — análisis de errores en logs</a:t>
            </a:r>
          </a:p>
          <a:p>
            <a:pPr algn="l"/>
            <a:r>
              <a:rPr sz="1300" b="0" i="0">
                <a:solidFill>
                  <a:srgbClr val="1A1A2E"/>
                </a:solidFill>
              </a:rPr>
              <a:t xml:space="preserve">  • X-Ray — trazas distribuidas y latencia
• ALB — salud de load balancers
• CloudTrail — auditoría de cambios
• Procesos EC2 — CPU y RAM por proceso (CW Agent)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5074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Stack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IaC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AWS CDK v2 (TypeScript)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2084831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94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24942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us.anthropic.claude-haiku-4-5-20251001-v1:0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2596896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61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7614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Python 3.12 Lambda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3108960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73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2735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HTML/JS estático · S3 + CloudFront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3621024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856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78561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API Gateway REST + Lambda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4133088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Región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2976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us-east-1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4645152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09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097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IAM Roles (sin Access Keys en código)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1928" y="5157216"/>
            <a:ext cx="539496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32180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162 tests · Python stdlib · sin pip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Flujo completo: Browser → CloudFront → API GW → Lambda → Bedrock Agent →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627632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Browser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(Chat 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9384" y="155448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280160"/>
            <a:ext cx="1627632" cy="868680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CloudFront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+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155448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280160"/>
            <a:ext cx="1627632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 Gateway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POST /chat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155448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280160"/>
            <a:ext cx="1627632" cy="868680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Lambda Proxy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chat-proxy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155448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280160"/>
            <a:ext cx="162763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Bedrock Agent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aws-monitor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55448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280160"/>
            <a:ext cx="1627632" cy="868680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35331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Lambda Actions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monitor-actions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35915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AWS Resources (Action Group — 11 acciones)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24912"/>
            <a:ext cx="182880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DescribeInstances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(paginado)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9424" y="2724912"/>
            <a:ext cx="182880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40864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22576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ListFunctions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GetMetricStatistics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2724912"/>
            <a:ext cx="182880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CloudWatch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DescribeAlarms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GetMetricStatistics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724912"/>
            <a:ext cx="1828800" cy="1188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Logs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StartQuery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GetQueryResults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4736" y="2724912"/>
            <a:ext cx="182880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6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X-Ray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GetTraceSummaries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BatchGetTraces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2724912"/>
            <a:ext cx="182880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2761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3081528"/>
            <a:ext cx="1691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</a:rPr>
              <a:t>InvokeAgent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Claude Haiku 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69080"/>
            <a:ext cx="1161288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761"/>
                </a:solidFill>
              </a:rPr>
              <a:t>Auth: IAM Roles  |  Región: us-east-1  |  Modelo: us.anthropic.claude-haiku-4-5-20251001-v1:0 (inference profile)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63440"/>
            <a:ext cx="116128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663440"/>
            <a:ext cx="64008" cy="15544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0916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Ciclo ReAct del Agente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047488"/>
            <a:ext cx="2651760" cy="1005840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08406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THINK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54315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Analiza la consulta y selecciona acción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2112" y="5376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5047488"/>
            <a:ext cx="2651760" cy="1005840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508406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2152" y="54315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Invoca la Lambda action apropiada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08192" y="5376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79" y="5047488"/>
            <a:ext cx="2651760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19" y="508406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OBSERVE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8231" y="54315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Recibe el resultado JSON de la acción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4272" y="5376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FF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81160" y="5047488"/>
            <a:ext cx="26517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72600" y="508406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RESPOND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54312" y="5431536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Genera respuesta en lenguaje natural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Estructura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Organización de archivos y responsabilidades de cada componente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5486400" cy="5285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FF"/>
                </a:solidFill>
              </a:rPr>
              <a:t>aws-monitor/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64208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CADCFC"/>
                </a:solidFill>
              </a:rPr>
              <a:t>├── bin/</a:t>
            </a:r>
          </a:p>
          <a:p>
            <a:r>
              <a:rPr sz="1000" i="0">
                <a:solidFill>
                  <a:srgbClr val="FFFFFF"/>
                </a:solidFill>
              </a:rPr>
              <a:t>│   └── app.ts</a:t>
            </a:r>
          </a:p>
          <a:p>
            <a:r>
              <a:rPr sz="900" i="1">
                <a:solidFill>
                  <a:srgbClr val="8899BB"/>
                </a:solidFill>
              </a:rPr>
              <a:t>│       (2 stacks · us-east-1)</a:t>
            </a:r>
          </a:p>
          <a:p>
            <a:r>
              <a:rPr sz="1100" i="0">
                <a:solidFill>
                  <a:srgbClr val="CADCFC"/>
                </a:solidFill>
              </a:rPr>
              <a:t>├── lib/</a:t>
            </a:r>
          </a:p>
          <a:p>
            <a:r>
              <a:rPr sz="1000" i="0">
                <a:solidFill>
                  <a:srgbClr val="FFFFFF"/>
                </a:solidFill>
              </a:rPr>
              <a:t>│   ├── monitor-agent-stack.ts</a:t>
            </a:r>
          </a:p>
          <a:p>
            <a:r>
              <a:rPr sz="1000" i="0">
                <a:solidFill>
                  <a:srgbClr val="FFFFFF"/>
                </a:solidFill>
              </a:rPr>
              <a:t>│   ├── chat-frontend-stack.ts</a:t>
            </a:r>
          </a:p>
          <a:p>
            <a:r>
              <a:rPr sz="1000" i="0">
                <a:solidFill>
                  <a:srgbClr val="FFFFFF"/>
                </a:solidFill>
              </a:rPr>
              <a:t>│   └── monitor-openapi.json</a:t>
            </a:r>
          </a:p>
          <a:p>
            <a:r>
              <a:rPr sz="900" i="1">
                <a:solidFill>
                  <a:srgbClr val="8899BB"/>
                </a:solidFill>
              </a:rPr>
              <a:t>│       (11 acciones definidas)</a:t>
            </a:r>
          </a:p>
          <a:p>
            <a:r>
              <a:rPr sz="1100" i="0">
                <a:solidFill>
                  <a:srgbClr val="CADCFC"/>
                </a:solidFill>
              </a:rPr>
              <a:t>├── lambda/monitor-actions/</a:t>
            </a:r>
          </a:p>
          <a:p>
            <a:r>
              <a:rPr sz="1000" i="0">
                <a:solidFill>
                  <a:srgbClr val="FFFFFF"/>
                </a:solidFill>
              </a:rPr>
              <a:t>│   └── index.py</a:t>
            </a:r>
          </a:p>
          <a:p>
            <a:r>
              <a:rPr sz="900" i="1">
                <a:solidFill>
                  <a:srgbClr val="8899BB"/>
                </a:solidFill>
              </a:rPr>
              <a:t>│       (11 acciones Python)</a:t>
            </a:r>
          </a:p>
          <a:p>
            <a:r>
              <a:rPr sz="1100" i="0">
                <a:solidFill>
                  <a:srgbClr val="CADCFC"/>
                </a:solidFill>
              </a:rPr>
              <a:t>├── tests/</a:t>
            </a:r>
          </a:p>
          <a:p>
            <a:r>
              <a:rPr sz="1000" i="0">
                <a:solidFill>
                  <a:srgbClr val="FFFFFF"/>
                </a:solidFill>
              </a:rPr>
              <a:t>│   ├── unit/ (245 tests)</a:t>
            </a:r>
          </a:p>
          <a:p>
            <a:r>
              <a:rPr sz="1000" i="0">
                <a:solidFill>
                  <a:srgbClr val="FFFFFF"/>
                </a:solidFill>
              </a:rPr>
              <a:t>│   ├── integration/ (35)</a:t>
            </a:r>
          </a:p>
          <a:p>
            <a:r>
              <a:rPr sz="1000" i="0">
                <a:solidFill>
                  <a:srgbClr val="FFFFFF"/>
                </a:solidFill>
              </a:rPr>
              <a:t>│   └── e2e/ (46 tests)</a:t>
            </a:r>
          </a:p>
          <a:p>
            <a:r>
              <a:rPr sz="1000" i="0">
                <a:solidFill>
                  <a:srgbClr val="FFFFFF"/>
                </a:solidFill>
              </a:rPr>
              <a:t>├── validate_aws_access.py</a:t>
            </a:r>
          </a:p>
          <a:p>
            <a:r>
              <a:rPr sz="900" i="1">
                <a:solidFill>
                  <a:srgbClr val="8899BB"/>
                </a:solidFill>
              </a:rPr>
              <a:t>│   (12 checks pre-deploy)</a:t>
            </a:r>
          </a:p>
          <a:p>
            <a:r>
              <a:rPr sz="1000" i="0">
                <a:solidFill>
                  <a:srgbClr val="86EFAC"/>
                </a:solidFill>
              </a:rPr>
              <a:t>├── cleanup_deploy.py</a:t>
            </a:r>
          </a:p>
          <a:p>
            <a:r>
              <a:rPr sz="1000" i="0">
                <a:solidFill>
                  <a:srgbClr val="86EFAC"/>
                </a:solidFill>
              </a:rPr>
              <a:t>├── cleanup_bootstrap.py</a:t>
            </a:r>
          </a:p>
          <a:p>
            <a:r>
              <a:rPr sz="1000" i="0">
                <a:solidFill>
                  <a:srgbClr val="FDBA74"/>
                </a:solidFill>
              </a:rPr>
              <a:t>├── run_tests.py</a:t>
            </a:r>
          </a:p>
          <a:p>
            <a:r>
              <a:rPr sz="1100" i="0">
                <a:solidFill>
                  <a:srgbClr val="CADCFC"/>
                </a:solidFill>
              </a:rPr>
              <a:t>└── docs/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07008"/>
            <a:ext cx="5852160" cy="5285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207008"/>
            <a:ext cx="64008" cy="5285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Archivos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642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monitor-agent-stack.ts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920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Define el Bedrock Agent, Action Group, IAM Role,
S3 schema bucket y alias 'live'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2194560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221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chat-frontend-stack.ts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4780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CloudFront + S3 UI, API GW con API Key y rate
limiting, Lambda proxy, log retention 30d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8" y="2752344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7797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monitor-openapi.json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0358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Schema OpenAPI 3.0 con 6 rutas para el
Action Group de Bedrock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8" y="3310128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3375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lambda/monitor-actions/index.py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5935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Handler Python: 6 acciones de monitoreo,
reAct routing, formato Bedrock 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8" y="3867912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8953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validate_aws_access.py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41513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12 checks de credenciales y permisos antes
del deploy — debe dar 12/12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8" y="4425696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453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cleanup_deploy.py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7091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Elimina Lambda, API GW, CloudFront, S3 UI,
Bedrock Agent — usar al final del día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8" y="4983480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50109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cleanup_bootstrap.py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52669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Elimina CDKToolkit stack — solo si se quiere
un ambiente completamente limpio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5541264"/>
            <a:ext cx="5715000" cy="13716"/>
          </a:xfrm>
          <a:prstGeom prst="rect">
            <a:avLst/>
          </a:prstGeom>
          <a:solidFill>
            <a:srgbClr val="E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55686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A8FF"/>
                </a:solidFill>
              </a:rPr>
              <a:t>run_tests.py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58247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Runner: unit / integration / e2e / all.
No requiere pip install adicional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CDK Stacks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Dos stacks independientes — AwsMonitorAgentStack + AwsMonitorFrontendStack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5486400" cy="5285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64008" cy="5285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AwsMonitorAgentStack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E2761"/>
                </a:solidFill>
              </a:rPr>
              <a:t xml:space="preserve">Lambda action handler:  </a:t>
            </a:r>
            <a:r>
              <a:rPr sz="1050">
                <a:solidFill>
                  <a:srgbClr val="1A1A2E"/>
                </a:solidFill>
              </a:rPr>
              <a:t>aws-monitor-agent-actions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IAM Role (Bedrock):  </a:t>
            </a:r>
            <a:r>
              <a:rPr sz="1050">
                <a:solidFill>
                  <a:srgbClr val="1A1A2E"/>
                </a:solidFill>
              </a:rPr>
              <a:t>AmazonBedrockExecutionRoleForAgents_AwsMonitor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S3 schema bucket:  </a:t>
            </a:r>
            <a:r>
              <a:rPr sz="1050">
                <a:solidFill>
                  <a:srgbClr val="1A1A2E"/>
                </a:solidFill>
              </a:rPr>
              <a:t>aws-monitor-schema-369595298303-us-east-1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Bedrock Agent:  </a:t>
            </a:r>
            <a:r>
              <a:rPr sz="1050">
                <a:solidFill>
                  <a:srgbClr val="1A1A2E"/>
                </a:solidFill>
              </a:rPr>
              <a:t>aws-monitor-agent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Agent Alias:  </a:t>
            </a:r>
            <a:r>
              <a:rPr sz="1050">
                <a:solidFill>
                  <a:srgbClr val="1A1A2E"/>
                </a:solidFill>
              </a:rPr>
              <a:t>live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AgentId:  </a:t>
            </a:r>
            <a:r>
              <a:rPr sz="1050">
                <a:solidFill>
                  <a:srgbClr val="1A1A2E"/>
                </a:solidFill>
              </a:rPr>
              <a:t>→ usado por FrontendStack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AgentAliasId:  </a:t>
            </a:r>
            <a:r>
              <a:rPr sz="1050">
                <a:solidFill>
                  <a:srgbClr val="1A1A2E"/>
                </a:solidFill>
              </a:rPr>
              <a:t>→ usado por FrontendStack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ActionLambdaArn:  </a:t>
            </a:r>
            <a:r>
              <a:rPr sz="1050">
                <a:solidFill>
                  <a:srgbClr val="1A1A2E"/>
                </a:solidFill>
              </a:rPr>
              <a:t>→ referencia para permisos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207008"/>
            <a:ext cx="5486400" cy="5285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207008"/>
            <a:ext cx="64008" cy="5285232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AwsMonitorFrontendStack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E2761"/>
                </a:solidFill>
              </a:rPr>
              <a:t xml:space="preserve">Lambda proxy:  </a:t>
            </a:r>
            <a:r>
              <a:rPr sz="1050">
                <a:solidFill>
                  <a:srgbClr val="1A1A2E"/>
                </a:solidFill>
              </a:rPr>
              <a:t>aws-monitor-chat-proxy (Python inline)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Log retention:  </a:t>
            </a:r>
            <a:r>
              <a:rPr sz="1050">
                <a:solidFill>
                  <a:srgbClr val="1A1A2E"/>
                </a:solidFill>
              </a:rPr>
              <a:t>30 días (CloudWatch Logs)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API Gateway:  </a:t>
            </a:r>
            <a:r>
              <a:rPr sz="1050">
                <a:solidFill>
                  <a:srgbClr val="1A1A2E"/>
                </a:solidFill>
              </a:rPr>
              <a:t>aws-monitor-chat-api — POST /chat + CORS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API Key:  </a:t>
            </a:r>
            <a:r>
              <a:rPr sz="1050">
                <a:solidFill>
                  <a:srgbClr val="1A1A2E"/>
                </a:solidFill>
              </a:rPr>
              <a:t>Required · 5 req/s · burst 10 · 1000/día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S3 UI bucket:  </a:t>
            </a:r>
            <a:r>
              <a:rPr sz="1050">
                <a:solidFill>
                  <a:srgbClr val="1A1A2E"/>
                </a:solidFill>
              </a:rPr>
              <a:t>aws-monitor-chat-ui-369595298303-us-east-1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CloudFront:  </a:t>
            </a:r>
            <a:r>
              <a:rPr sz="1050">
                <a:solidFill>
                  <a:srgbClr val="1A1A2E"/>
                </a:solidFill>
              </a:rPr>
              <a:t>OAI + HTTPS · 403/404 → index.html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ChatUiUrl:  </a:t>
            </a:r>
            <a:r>
              <a:rPr sz="1050">
                <a:solidFill>
                  <a:srgbClr val="1A1A2E"/>
                </a:solidFill>
              </a:rPr>
              <a:t>→ https://xxxxx.cloudfront.net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ApiUrl:  </a:t>
            </a:r>
            <a:r>
              <a:rPr sz="1050">
                <a:solidFill>
                  <a:srgbClr val="1A1A2E"/>
                </a:solidFill>
              </a:rPr>
              <a:t>→ https://xxxxx.execute-api.us-east-1.amazonaws.com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2761"/>
                </a:solidFill>
              </a:rPr>
              <a:t xml:space="preserve">Output: ApiKeyId:  </a:t>
            </a:r>
            <a:r>
              <a:rPr sz="1050">
                <a:solidFill>
                  <a:srgbClr val="1A1A2E"/>
                </a:solidFill>
              </a:rPr>
              <a:t>→ recuperar valor post-deploy via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A8FF"/>
                </a:solidFill>
              </a:rPr>
              <a:t>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Action Group — 11 Acciones (1/2 — Acciones Originales)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lambda/monitor-actions/index.py · Routing vía apiPath · Respuesta Bedrock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64008" cy="804672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get_overall_health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910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— (sin parámetros)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618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overall_status, estados EC2, conteo alarmas, conteo Lambda, recomendación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9105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Llamar primero para visión general. Auto-encadena con get_lambda_health si hay errores.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7568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130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get_ec2_health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4597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state (opt): running | stopped | terminated |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130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summary + lista: ID, name, type, state, IP, 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5973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Paginador aplicado — no pierde instancias en cuentas con &gt;100 VMs.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4436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64008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9992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get_lambda_health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328415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prefix (opt), hours (opt, default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9992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por función: invocations, errors, error_rate_pct, avg_duration_ms, throttles,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328415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critical si error_rate ≥ 10 %, warning si &gt; 5 %.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1304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13048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6791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get_cloudwatch_alarms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1970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state (opt): ALARM | OK | INSUFFICIENT_DATA | 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86791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summary + lista alarmas con metric, threshold, updated_at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19709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Default state=ALARM. Valida estado contra VALID_ALARM_STATES.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8172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681728"/>
            <a:ext cx="64008" cy="80467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736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get_logs_analysis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0657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log_group (req), hours (opt), query (opt, default filtra ERROR/WARN)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736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total_events, error_events, events[] con timestamp+message,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06577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Ejecuta CloudWatch Logs Insights. Timeout 25s. Responde '¿Qué dice el error?'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5040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550408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6052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get_xray_traces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9344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hours (opt, max 6), filter_expression (opt)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605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total_traces, summary (errors/faults/throttles/p99_duration), traces[] con service_ids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93445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Análisis distribuido. has_fault=5xx/crash, has_error=4xx. Responde '¿Dónde falla?'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Guía de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Prerequisitos → Validación → Bootstrap → Deploy → Verificación post-deploy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02920" cy="1005840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270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71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6BC9"/>
                </a:solidFill>
              </a:rPr>
              <a:t>Prerequisitos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09344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pip install boto3</a:t>
            </a:r>
          </a:p>
          <a:p>
            <a:r>
              <a:rPr sz="950">
                <a:solidFill>
                  <a:srgbClr val="1A1A2E"/>
                </a:solidFill>
              </a:rPr>
              <a:t>• npm install  (primera vez o si cambia package.json)</a:t>
            </a:r>
          </a:p>
          <a:p>
            <a:r>
              <a:rPr sz="950">
                <a:solidFill>
                  <a:srgbClr val="1A1A2E"/>
                </a:solidFill>
              </a:rPr>
              <a:t>• AWS Console → Bedrock → Model access (us-east-1) → habilitar Claude 3.5 Haiku</a:t>
            </a:r>
          </a:p>
          <a:p>
            <a:r>
              <a:rPr sz="950">
                <a:solidFill>
                  <a:srgbClr val="1A1A2E"/>
                </a:solidFill>
              </a:rPr>
              <a:t>• Rotar/crear Access Key activa para asilveira@3htp.com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95144"/>
            <a:ext cx="5029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151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Validación pre-deploy  — 12/12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97479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python validate_aws_access.py</a:t>
            </a:r>
          </a:p>
          <a:p>
            <a:r>
              <a:rPr sz="950">
                <a:solidFill>
                  <a:srgbClr val="1A1A2E"/>
                </a:solidFill>
              </a:rPr>
              <a:t>• Verifica 12 servicios: EC2, Lambda, CloudWatch, Logs, X-Ray,</a:t>
            </a:r>
          </a:p>
          <a:p>
            <a:r>
              <a:rPr sz="950">
                <a:solidFill>
                  <a:srgbClr val="1A1A2E"/>
                </a:solidFill>
              </a:rPr>
              <a:t xml:space="preserve">   Bedrock, IAM, S3, API GW, CDK Bootstrap, Model Access, Agent Runtime</a:t>
            </a:r>
          </a:p>
          <a:p>
            <a:r>
              <a:rPr sz="950">
                <a:solidFill>
                  <a:srgbClr val="1A1A2E"/>
                </a:solidFill>
              </a:rPr>
              <a:t>• Si algún check falla → NO continuar. Resolver primero.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703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47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9900"/>
                </a:solidFill>
              </a:rPr>
              <a:t>Bootstrap CDK  (una sola vez por cuenta/región)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6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npx cdk bootstrap aws://369595298303/us-east-1</a:t>
            </a:r>
          </a:p>
          <a:p>
            <a:r>
              <a:rPr sz="950">
                <a:solidFill>
                  <a:srgbClr val="1A1A2E"/>
                </a:solidFill>
              </a:rPr>
              <a:t>• Crea bucket S3 + IAM roles internos que CDK necesita</a:t>
            </a:r>
          </a:p>
          <a:p>
            <a:r>
              <a:rPr sz="950">
                <a:solidFill>
                  <a:srgbClr val="1A1A2E"/>
                </a:solidFill>
              </a:rPr>
              <a:t>• No genera costos en reposo — solo infraestructura de soporte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71416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471416"/>
            <a:ext cx="5029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9145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35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7375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npm run deploy</a:t>
            </a:r>
          </a:p>
          <a:p>
            <a:r>
              <a:rPr sz="950">
                <a:solidFill>
                  <a:srgbClr val="1A1A2E"/>
                </a:solidFill>
              </a:rPr>
              <a:t>• Despliega AwsMonitorAgentStack + AwsMonitorFrontendStack</a:t>
            </a:r>
          </a:p>
          <a:p>
            <a:r>
              <a:rPr sz="950">
                <a:solidFill>
                  <a:srgbClr val="1A1A2E"/>
                </a:solidFill>
              </a:rPr>
              <a:t>• Output: ChatUiUrl (CloudFront) + ApiUrl (API GW) + ApiKeyId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59552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559552"/>
            <a:ext cx="5029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87959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Verificación post-deploy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6188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aws apigateway get-api-key --api-key &lt;ApiKeyId&gt; --include-value --region us-east-1</a:t>
            </a:r>
          </a:p>
          <a:p>
            <a:r>
              <a:rPr sz="950">
                <a:solidFill>
                  <a:srgbClr val="1A1A2E"/>
                </a:solidFill>
              </a:rPr>
              <a:t>• Abrir ChatUiUrl en browser · usar API Key en header x-api-key</a:t>
            </a:r>
          </a:p>
          <a:p>
            <a:r>
              <a:rPr sz="950">
                <a:solidFill>
                  <a:srgbClr val="1A1A2E"/>
                </a:solidFill>
              </a:rPr>
              <a:t>• Probar: '¿Cuál es el estado general?' → debe responder en &lt;5s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Cómo Extender el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Agregar nuevos servicios, cambiar modelo LLM o habilitar multi-región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3566160" cy="411480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4358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Agregar nuevo servicio (ej. 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9164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1. Añadir def get_rds_health(event) en lambda/monitor-actions/index.py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2. Registrar en dict ACTIONS del mismo archivo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3. Agregar path /get_rds_health en lib/monitor-openapi.json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4. Agregar permiso rds:DescribeDBInstances en ActionLambdaRole (monitor-agent-stack.ts)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5. npm run deploy — el agente toma el nuevo schema automáticamente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6. Opcional: habilitar X-Ray active tracing en la nueva función Lambda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1" y="1207008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2231" y="1207008"/>
            <a:ext cx="35661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24358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Cambiar modelo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69164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1. Editar foundationModel en lib/monitor-agent-stack.ts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 xml:space="preserve">   Producción recomendada: us.anthropic.claude-3-5-sonnet-20241022-v2:0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2. Actualizar ARN en la IAM policy del BedrockAgentRole (mismo archivo)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3. Verificar que el modelo no sea Legacy: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 xml:space="preserve">   aws bedrock get-foundation-model --model-identifier &lt;id&gt;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4. npm run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207008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207008"/>
            <a:ext cx="3566160" cy="411480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243584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Multi-región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691640"/>
            <a:ext cx="3337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1. Agregar parámetro region al OpenAPI schema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2. En index.py, crear boto3 client con boto3.client(svc, region_name=region)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3. Retornar datos agrupados por región en la respuesta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4. Actualizar IAM policy para permitir acceso cross-region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1A2E"/>
                </a:solidFill>
              </a:rPr>
              <a:t>5. Considerar replicar el stack completo con CDK en la nueva región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Seguridad &amp; 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Principio de menor privilegio · 3 roles · API Key · System Prompt · Rate Limiting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3566160" cy="384048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3444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ChatLambdaRole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→ aws-monitor-chat-proxy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3383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• bedrock:InvokeAgent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1" y="1207008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1" y="1207008"/>
            <a:ext cx="35661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23444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BedrockAgentRole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→ Bedrock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828800"/>
            <a:ext cx="3383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• bedrock:InvokeModel (Claude Haiku 4.5)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2E"/>
                </a:solidFill>
              </a:rPr>
              <a:t>• s3:GetObject (schema bucket)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207008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207008"/>
            <a:ext cx="3566160" cy="384048"/>
          </a:xfrm>
          <a:prstGeom prst="rect">
            <a:avLst/>
          </a:prstGeom>
          <a:solidFill>
            <a:srgbClr val="055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123444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ActionLambdaRole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1" y="153619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→ aws-monitor-agent-actions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1828800"/>
            <a:ext cx="3383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ec2:DescribeInstances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lambda:ListFunctions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cloudwatch:DescribeAlarms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cloudwatch:GetMetricStatistics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logs:GetLogEvents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logs:StartQuery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logs:GetQueryResults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logs:StopQuery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xray:GetTraceSummaries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xray:BatchGetTraces
• ssm:DescribeInstanceInformation
• ssm:ListInventoryEntries
• elasticloadbalancing:Describe*
• cloudtrail:LookupEvents
• cloudwatch:GetMetricData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Controles de Seguridad Aplicados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API Key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+ Usage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5 req/s · burst 10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1000 req/día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12848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12848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04288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Rate Limiting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API GW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4288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20 req/s rate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10 burst stage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1376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51376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816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Log Retention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CloudWatch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2816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30 días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aws-monitor-chat-proxy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9904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System Prompt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6 restricciones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No destructive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No prompt injection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2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2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2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S3 Block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Public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2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Solo acceso via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OAI (CloudFront)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5074920"/>
            <a:ext cx="18288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66960" y="507492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514807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</a:rPr>
              <a:t>IAM Least</a:t>
            </a:r>
          </a:p>
          <a:p>
            <a:pPr algn="ctr"/>
            <a:r>
              <a:rPr sz="1000" b="0">
                <a:solidFill>
                  <a:srgbClr val="1E2761"/>
                </a:solidFill>
              </a:rPr>
              <a:t>Privilege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742432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657A"/>
                </a:solidFill>
              </a:rPr>
              <a:t>3 roles mínimos</a:t>
            </a:r>
          </a:p>
          <a:p>
            <a:pPr algn="ctr"/>
            <a:r>
              <a:rPr sz="900">
                <a:solidFill>
                  <a:srgbClr val="55657A"/>
                </a:solidFill>
              </a:rPr>
              <a:t>Sin Access Keys en código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Suite de Tests — 326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Python stdlib puro · sin pip install · unit / integration / e2e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2560320" cy="1188720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Tests totales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1207008"/>
            <a:ext cx="25603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2801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07008"/>
            <a:ext cx="25603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2801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207008"/>
            <a:ext cx="256032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2801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Categorías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420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Archivos de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07792"/>
            <a:ext cx="1161288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9443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Archivo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29443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29443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9443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10128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tests/unit/test_monitor_actions.py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3401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A8FF"/>
                </a:solidFill>
              </a:rPr>
              <a:t>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4015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245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TestGetLogsAnalysis, TestGetXrayTraces, TestResponseEnvelope...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11612880" cy="50292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931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tests/integration/test_validator.py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3672" y="3931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A8FF"/>
                </a:solidFill>
              </a:rPr>
              <a:t>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39319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Validación AWS credentials, 12 checks end-to-end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370832"/>
            <a:ext cx="11612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4622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tests/integration/test_typescript_build.py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44622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A8FF"/>
                </a:solidFill>
              </a:rPr>
              <a:t>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44622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4462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Compilación TypeScript del CDK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901183"/>
            <a:ext cx="11612880" cy="50292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99262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tests/e2e/test_bedrock_contract.py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499262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A8FF"/>
                </a:solidFill>
              </a:rPr>
              <a:t>E2E | 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1264" y="499262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49926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Contrato Bedrock 1.0, TestDiagnosticScenarios (10 gaps)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468112"/>
            <a:ext cx="11612880" cy="11155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468112"/>
            <a:ext cx="64008" cy="11155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13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TestDiagnosticScenarios — Valida las 7 brechas diagnósticas resueltas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test_gap1: mensaje de error legible  |  test_gap2: timestamp exacto  |  test_gap3: service_ids (qué microservicio)  |  test_gap4: fault vs error  |  test_gap5: p99 duration  |  test_gap6: conteo de errores en logs  |  test_gap7: RCA multi-herramienta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Scripts de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Control de costos · cleanup_deploy.py (diario) + cleanup_bootstrap.py (total)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621792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663A"/>
                </a:solidFill>
              </a:rPr>
              <a:t>Costo en reposo: &lt; $0.02/mes   |   El riesgo de gasto viene del USO (tokens Bedrock, req API), no de la existencia de recursos.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38528"/>
            <a:ext cx="5687568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938528"/>
            <a:ext cx="5687568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975104"/>
            <a:ext cx="5504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cleanup_deploy.py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377440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Cuándo: Al final del día de desarrollo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670048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Elimina: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44368"/>
            <a:ext cx="54589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Lambda: aws-monitor-agent-actions</a:t>
            </a:r>
          </a:p>
          <a:p>
            <a:r>
              <a:rPr sz="950">
                <a:solidFill>
                  <a:srgbClr val="1A1A2E"/>
                </a:solidFill>
              </a:rPr>
              <a:t>• Lambda: aws-monitor-chat-proxy</a:t>
            </a:r>
          </a:p>
          <a:p>
            <a:r>
              <a:rPr sz="950">
                <a:solidFill>
                  <a:srgbClr val="1A1A2E"/>
                </a:solidFill>
              </a:rPr>
              <a:t>• API Gateway: aws-monitor-chat-api</a:t>
            </a:r>
          </a:p>
          <a:p>
            <a:r>
              <a:rPr sz="950">
                <a:solidFill>
                  <a:srgbClr val="1A1A2E"/>
                </a:solidFill>
              </a:rPr>
              <a:t>• CloudFront distribution</a:t>
            </a:r>
          </a:p>
          <a:p>
            <a:r>
              <a:rPr sz="950">
                <a:solidFill>
                  <a:srgbClr val="1A1A2E"/>
                </a:solidFill>
              </a:rPr>
              <a:t>• S3 UI bucket (vaciado automático)</a:t>
            </a:r>
          </a:p>
          <a:p>
            <a:r>
              <a:rPr sz="950">
                <a:solidFill>
                  <a:srgbClr val="1A1A2E"/>
                </a:solidFill>
              </a:rPr>
              <a:t>• S3 schema bucket (vaciado automático)</a:t>
            </a:r>
          </a:p>
          <a:p>
            <a:r>
              <a:rPr sz="950">
                <a:solidFill>
                  <a:srgbClr val="1A1A2E"/>
                </a:solidFill>
              </a:rPr>
              <a:t>• Bedrock Agent + Agent Alias 'live'</a:t>
            </a:r>
          </a:p>
          <a:p>
            <a:r>
              <a:rPr sz="950">
                <a:solidFill>
                  <a:srgbClr val="1A1A2E"/>
                </a:solidFill>
              </a:rPr>
              <a:t>• AwsMonitorAgentStack + AwsMonitorFrontendStack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983480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Comandos: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5266944"/>
            <a:ext cx="5486400" cy="7406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21808"/>
            <a:ext cx="5276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FFC0"/>
                </a:solidFill>
              </a:rPr>
              <a:t>python cleanup_deploy.py          # elimina recursos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5276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FFC0"/>
                </a:solidFill>
              </a:rPr>
              <a:t>python cleanup_deploy.py --dry-run  # solo muestra qué eliminaría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938528"/>
            <a:ext cx="5687568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38528"/>
            <a:ext cx="5687568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75104"/>
            <a:ext cx="5504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cleanup_bootstrap.py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Cuándo: Solo si se quiere ambiente completamente limpio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70048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Elimina: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44368"/>
            <a:ext cx="54589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• CDKToolkit CloudFormation stack</a:t>
            </a:r>
          </a:p>
          <a:p>
            <a:r>
              <a:rPr sz="950">
                <a:solidFill>
                  <a:srgbClr val="1A1A2E"/>
                </a:solidFill>
              </a:rPr>
              <a:t>• Bucket S3 de assets CDK</a:t>
            </a:r>
          </a:p>
          <a:p>
            <a:r>
              <a:rPr sz="950">
                <a:solidFill>
                  <a:srgbClr val="1A1A2E"/>
                </a:solidFill>
              </a:rPr>
              <a:t>• IAM roles internos de CDK Bootstrap</a:t>
            </a:r>
          </a:p>
          <a:p>
            <a:r>
              <a:rPr sz="950">
                <a:solidFill>
                  <a:srgbClr val="1A1A2E"/>
                </a:solidFill>
              </a:rPr>
              <a:t>• SSM parameters de CDK</a:t>
            </a:r>
          </a:p>
          <a:p>
            <a:r>
              <a:rPr sz="950">
                <a:solidFill>
                  <a:srgbClr val="EF4444"/>
                </a:solidFill>
              </a:rPr>
              <a:t>⚠ Después de esto, re-bootstrap necesario antes de re-deploy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83480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</a:rPr>
              <a:t>Comandos: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5266944"/>
            <a:ext cx="5486400" cy="1042415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321808"/>
            <a:ext cx="5276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FFC0"/>
                </a:solidFill>
              </a:rPr>
              <a:t># Orden correcto para limpieza total: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23560"/>
            <a:ext cx="5276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FFC0"/>
                </a:solidFill>
              </a:rPr>
              <a:t>python cleanup_deploy.py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925312"/>
            <a:ext cx="5276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FFC0"/>
                </a:solidFill>
              </a:rPr>
              <a:t>python cleanup_bootstrap.py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1908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761"/>
                </a:solidFill>
              </a:rPr>
              <a:t>Para re-deploy después de limpiar:  python validate_aws_access.py → npm run deploy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Pasos &amp; Checklist de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Estado actual → Pendientes → Mejoras futuras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64008" cy="12618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✅ Sistema DEPLOYADO Y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• Claude Haiku 4.5 activo · AgentStack + FrontendStack desplegados en us-east-1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Alias activo: PTKAVBEUKA · SSM param /3htp/monitor/agent-alias-id actualizado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Frontend: https://d2gfdp4qsgu81s.cloudfront.net — operativo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1161288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64008" cy="126187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151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500"/>
                </a:solidFill>
              </a:rPr>
              <a:t>🟡 Próximos Pasos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62656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• jpnunez-dev: instalar CW Agent (docs/cloudwatch-agent-manual-setup.md Opción B)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Cognito User Pool + JWT Authorizer para producción con usuarios externos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Cognito + JWT Authorizer para usuarios externos en producción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13632"/>
            <a:ext cx="1161288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13632"/>
            <a:ext cx="64008" cy="1261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68496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🟡 Producción con usuarios externos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159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• Reemplazar API Key por Cognito User Pool + JWT Authorizer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Revisar Usage Plan (1000 req/día puede ser insuficiente en producción real)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Habilitar X-Ray active tracing en aws-monitor-agent-actions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66944"/>
            <a:ext cx="11612880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66944"/>
            <a:ext cx="64008" cy="12618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21807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🟢 Opcionales / Mejoras futuras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• Upgrade modelo: us.anthropic.claude-3-5-sonnet-20241022-v2:0 (mayor calidad, mayor costo)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Migrar REST API → HTTP API (reducción costo ~70%)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Agregar monitoreo de RDS — ver Sección 'Cómo Extender el Agente'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Action Group — 11 Acciones (2/2 — Nuevas Capacidades)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lambda/monitor-actions/index.py · Acciones agregadas post-POC · CW Agent requerido para procstat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</a:rPr>
              <a:t>AWS Monitor Agent · 3htp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64008" cy="804672"/>
          </a:xfrm>
          <a:prstGeom prst="rect">
            <a:avLst/>
          </a:prstGeom>
          <a:solidFill>
            <a:srgbClr val="06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get_ssm_inventory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910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instance_id (opt), inventory_type (opt),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2618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SO, apps instaladas, versiones, config de red, estado SSM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9105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Requiere SSM Agent + AmazonSSMManagedInstanceCore en el IAM Role de la instancia.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7568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130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get_ec2_instance_metrics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4597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instance_id (opt), hours (opt, default 1),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130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cpu_pct, network_in/out_bytes, disk_read/write_ops por instancia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5973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No requiere CW Agent — usa métricas básicas de CloudWatch nativas.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4436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64008" cy="8046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9992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get_alb_health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328415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alb_name (opt), hours (opt),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9992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requests, errors_4xx/5xx, error_rate_pct, avg_latency_ms, healthy/unhealthy_hosts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328415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CRITICAL si unhealthy_hosts &gt; 0 · WARNING si error_rate &gt; 5%.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1304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13048"/>
            <a:ext cx="6400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6791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get_cloudtrail_activity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1970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username (opt), event_name (opt), hours (opt), limit (opt),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86791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summary (total, errors, unique_users, unique_actions), events[]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19709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Auditoría de cambios AWS. Filtro por usuario o nombre de evento. Máx 50 eventos.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68172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681728"/>
            <a:ext cx="64008" cy="80467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736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get_ec2_process_metrics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0657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Params: instance_id (opt), metric (cpu|memory), top_n (opt), hours (opt), region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736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Retorna: processes[]: process_name, avg, max, unit — ordenados desc por uso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06577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Ejecuta CloudWatch Logs Insights. Timeout 25s. Responde '¿Qué dice el error?'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50408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550408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6052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9344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Validado en producción: SCT-Test (Windows, 92 métricas) e IBMWebMethod (Linux, 370 métricas)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605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Ver docs/cloudwatch-agent-manual-setup.md para instalar CW Agent en nuevas instancias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93445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A"/>
                </a:solidFill>
              </a:rPr>
              <a:t>ℹ Análisis distribuido. has_fault=5xx/crash, has_error=4xx. Responde '¿Dónde falla?'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